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E94F37"/>
                </a:solidFill>
              </a:rPr>
              <a:t>ComicCraft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AI Comic Story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01752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D4D4D4"/>
                </a:solidFill>
              </a:rPr>
              <a:t>Transforming a text idea into a five-panel illustrated comic
using Google Gemini and Hugging 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A623"/>
                </a:solidFill>
              </a:rPr>
              <a:t>Python  ·  FastAPI  ·  Google Gemini  ·  Hugging Face  ·  FPDF2  ·  Pydantic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ComicCraft is a web-based Generative AI application</a:t>
            </a:r>
          </a:p>
          <a:p>
            <a:r>
              <a:rPr sz="1400">
                <a:solidFill>
                  <a:srgbClr val="FFFFFF"/>
                </a:solidFill>
              </a:rPr>
              <a:t>▸  Converts a plain text story idea into a five-panel illustrated comic book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User provides five inputs: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Story idea (text prompt)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Main character name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Setting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Tone  (e.g. Adventurous, Funny, Dramatic)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Art style  (e.g. Comic Book, Watercolor, Manga)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System automatically produces: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 structured five-panel narrative (caption, narration, dialogue)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One AI-generated illustration per panel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 downloadable A4 PDF comic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Creating a Comic Requires: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Strong narrative writing skills</a:t>
            </a:r>
          </a:p>
          <a:p>
            <a:r>
              <a:rPr sz="1300">
                <a:solidFill>
                  <a:srgbClr val="FFFFFF"/>
                </a:solidFill>
              </a:rPr>
              <a:t>▸  Illustration / digital art expertise</a:t>
            </a:r>
          </a:p>
          <a:p>
            <a:r>
              <a:rPr sz="1300">
                <a:solidFill>
                  <a:srgbClr val="FFFFFF"/>
                </a:solidFill>
              </a:rPr>
              <a:t>▸  Panel layout &amp; composition knowledge</a:t>
            </a:r>
          </a:p>
          <a:p>
            <a:r>
              <a:rPr sz="1300">
                <a:solidFill>
                  <a:srgbClr val="FFFFFF"/>
                </a:solidFill>
              </a:rPr>
              <a:t>▸  Access to professional software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Result: High barrier to entry</a:t>
            </a:r>
          </a:p>
          <a:p>
            <a:r>
              <a:rPr sz="1300">
                <a:solidFill>
                  <a:srgbClr val="FFFFFF"/>
                </a:solidFill>
              </a:rPr>
              <a:t>▸  Most people have a story idea but</a:t>
            </a:r>
          </a:p>
          <a:p>
            <a:r>
              <a:rPr sz="1300">
                <a:solidFill>
                  <a:srgbClr val="FFFFFF"/>
                </a:solidFill>
              </a:rPr>
              <a:t>▸  lack the skills to execute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Existing Tools Are Incomplete: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ChatGPT → text only, no images, no PDF</a:t>
            </a:r>
          </a:p>
          <a:p>
            <a:r>
              <a:rPr sz="1300">
                <a:solidFill>
                  <a:srgbClr val="FFFFFF"/>
                </a:solidFill>
              </a:rPr>
              <a:t>▸  DALL·E / Midjourney → images only</a:t>
            </a:r>
          </a:p>
          <a:p>
            <a:r>
              <a:rPr sz="1300">
                <a:solidFill>
                  <a:srgbClr val="FFFFFF"/>
                </a:solidFill>
              </a:rPr>
              <a:t>▸  Canva / Pixton → clip-art, no AI story</a:t>
            </a:r>
          </a:p>
          <a:p>
            <a:r>
              <a:rPr sz="1300">
                <a:solidFill>
                  <a:srgbClr val="FFFFFF"/>
                </a:solidFill>
              </a:rPr>
              <a:t>▸  Local Stable Diffusion → requires GPU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No tool provides an end-to-end pipeline:</a:t>
            </a:r>
          </a:p>
          <a:p>
            <a:r>
              <a:rPr sz="1300">
                <a:solidFill>
                  <a:srgbClr val="FFFFFF"/>
                </a:solidFill>
              </a:rPr>
              <a:t>▸  Text idea → Story → Images → Layout → PDF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Existing System —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ChatGPT / LLMs → story text only; no images, no layout, no PDF</a:t>
            </a:r>
          </a:p>
          <a:p>
            <a:r>
              <a:rPr sz="1400">
                <a:solidFill>
                  <a:srgbClr val="FFFFFF"/>
                </a:solidFill>
              </a:rPr>
              <a:t>▸  DALL·E / Midjourney → images only; no narrative, no multi-panel structure</a:t>
            </a:r>
          </a:p>
          <a:p>
            <a:r>
              <a:rPr sz="1400">
                <a:solidFill>
                  <a:srgbClr val="FFFFFF"/>
                </a:solidFill>
              </a:rPr>
              <a:t>▸  Canva Comics → pre-made clip-art; no AI story or image generation</a:t>
            </a:r>
          </a:p>
          <a:p>
            <a:r>
              <a:rPr sz="1400">
                <a:solidFill>
                  <a:srgbClr val="FFFFFF"/>
                </a:solidFill>
              </a:rPr>
              <a:t>▸  Pixton → fixed characters; no AI text or image generation</a:t>
            </a:r>
          </a:p>
          <a:p>
            <a:r>
              <a:rPr sz="1400">
                <a:solidFill>
                  <a:srgbClr val="FFFFFF"/>
                </a:solidFill>
              </a:rPr>
              <a:t>▸  Adobe Express → graphic templates; no AI story or image pipeline</a:t>
            </a:r>
          </a:p>
          <a:p>
            <a:r>
              <a:rPr sz="1400">
                <a:solidFill>
                  <a:srgbClr val="FFFFFF"/>
                </a:solidFill>
              </a:rPr>
              <a:t>▸  Local Stable Diffusion → high-quality images but requires GPU; no story or PDF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Core gap identified: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No tool provides a complete automated pipeline from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 plain text idea to a finished illustrated exportable comic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without requiring artistic skill or specialised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Proposed System — ComicCraft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End-to-end pipeline: Text prompt → Story → Images → Preview → PDF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Key design principles: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Structured AI output  — Gemini returns typed JSON matched to Pydantic schemas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Multi-tier fallback   — Gemini and HF both have automatic model fallback chains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Strict validation     — exactly 5 panels and 5 images enforced at every stage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Security              — path traversal protection; API keys never in responses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Accessibility         — no artistic or writing skill required from the user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Pipeline: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User prompt → Gemini outline → Gemini script → HF images → Layout → HTML + PDF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Story Generation   — 5-panel outline and full script via Google Gemini</a:t>
            </a:r>
          </a:p>
          <a:p>
            <a:r>
              <a:rPr sz="1400">
                <a:solidFill>
                  <a:srgbClr val="FFFFFF"/>
                </a:solidFill>
              </a:rPr>
              <a:t>▸  Image Generation   — one AI illustration per panel via Hugging Face inference</a:t>
            </a:r>
          </a:p>
          <a:p>
            <a:r>
              <a:rPr sz="1400">
                <a:solidFill>
                  <a:srgbClr val="FFFFFF"/>
                </a:solidFill>
              </a:rPr>
              <a:t>▸  5-Panel Validation — exactly 5 panels + 5 images enforced at every stage</a:t>
            </a:r>
          </a:p>
          <a:p>
            <a:r>
              <a:rPr sz="1400">
                <a:solidFill>
                  <a:srgbClr val="FFFFFF"/>
                </a:solidFill>
              </a:rPr>
              <a:t>▸  Comic Preview      — HTML preview rendered immediately after generation</a:t>
            </a:r>
          </a:p>
          <a:p>
            <a:r>
              <a:rPr sz="1400">
                <a:solidFill>
                  <a:srgbClr val="FFFFFF"/>
                </a:solidFill>
              </a:rPr>
              <a:t>▸  PDF Export         — downloadable A4 PDF comic book via FPDF2</a:t>
            </a:r>
          </a:p>
          <a:p>
            <a:r>
              <a:rPr sz="1400">
                <a:solidFill>
                  <a:srgbClr val="FFFFFF"/>
                </a:solidFill>
              </a:rPr>
              <a:t>▸  Resilience         — pipeline always completes; graceful fallback at every layer</a:t>
            </a:r>
          </a:p>
          <a:p>
            <a:r>
              <a:rPr sz="1400">
                <a:solidFill>
                  <a:srgbClr val="FFFFFF"/>
                </a:solidFill>
              </a:rPr>
              <a:t>▸  API Documentation  — auto-generated Swagger UI at /docs</a:t>
            </a:r>
          </a:p>
          <a:p>
            <a:r>
              <a:rPr sz="1400">
                <a:solidFill>
                  <a:srgbClr val="FFFFFF"/>
                </a:solidFill>
              </a:rPr>
              <a:t>▸  Security           — Pydantic input validation; filename path-traversal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Linear pipeline with validation checkpoints at each stage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Step 1  →  User input validated by Pydantic PromptRequest</a:t>
            </a:r>
          </a:p>
          <a:p>
            <a:r>
              <a:rPr sz="1400">
                <a:solidFill>
                  <a:srgbClr val="FFFFFF"/>
                </a:solidFill>
              </a:rPr>
              <a:t>▸  Step 2  →  gemini_flash.py  →  Google Gemini API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Returns: ComicOutline  (5 × PanelOutline)</a:t>
            </a:r>
          </a:p>
          <a:p>
            <a:r>
              <a:rPr sz="1400">
                <a:solidFill>
                  <a:srgbClr val="FFFFFF"/>
                </a:solidFill>
              </a:rPr>
              <a:t>▸  Step 3  →  gemini_pro.py    →  Google Gemini API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Returns: ComicStory   (5 × PanelStory)</a:t>
            </a:r>
          </a:p>
          <a:p>
            <a:r>
              <a:rPr sz="1400">
                <a:solidFill>
                  <a:srgbClr val="FFFFFF"/>
                </a:solidFill>
              </a:rPr>
              <a:t>▸  Step 4  →  image_generator.py  →  Hugging Face InferenceClient × 5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Fallback: Pillow placeholder PNG</a:t>
            </a:r>
          </a:p>
          <a:p>
            <a:r>
              <a:rPr sz="1400">
                <a:solidFill>
                  <a:srgbClr val="FFFFFF"/>
                </a:solidFill>
              </a:rPr>
              <a:t>▸  Step 5  →  layout_builder.py   →  Validates 5 panels + 5 images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Returns: List[ComicPanel]</a:t>
            </a:r>
          </a:p>
          <a:p>
            <a:r>
              <a:rPr sz="1400">
                <a:solidFill>
                  <a:srgbClr val="FFFFFF"/>
                </a:solidFill>
              </a:rPr>
              <a:t>▸  Step 6  →  exporters.py  →  FPDF2  →  A4 PDF saved to static/exports/</a:t>
            </a:r>
          </a:p>
          <a:p>
            <a:r>
              <a:rPr sz="1400">
                <a:solidFill>
                  <a:srgbClr val="FFFFFF"/>
                </a:solidFill>
              </a:rPr>
              <a:t>▸  Step 7  →  Jinja2 renders comic_preview.html → browser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Technologies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Python 3.10+       — core language</a:t>
            </a:r>
          </a:p>
          <a:p>
            <a:r>
              <a:rPr sz="1300">
                <a:solidFill>
                  <a:srgbClr val="FFFFFF"/>
                </a:solidFill>
              </a:rPr>
              <a:t>▸  FastAPI            — web framework, routing, docs</a:t>
            </a:r>
          </a:p>
          <a:p>
            <a:r>
              <a:rPr sz="1300">
                <a:solidFill>
                  <a:srgbClr val="FFFFFF"/>
                </a:solidFill>
              </a:rPr>
              <a:t>▸  Uvicorn            — ASGI server</a:t>
            </a:r>
          </a:p>
          <a:p>
            <a:r>
              <a:rPr sz="1300">
                <a:solidFill>
                  <a:srgbClr val="FFFFFF"/>
                </a:solidFill>
              </a:rPr>
              <a:t>▸  Jinja2             — server-side HTML templates</a:t>
            </a:r>
          </a:p>
          <a:p>
            <a:r>
              <a:rPr sz="1300">
                <a:solidFill>
                  <a:srgbClr val="FFFFFF"/>
                </a:solidFill>
              </a:rPr>
              <a:t>▸  Pydantic v2        — data models, validation</a:t>
            </a:r>
          </a:p>
          <a:p>
            <a:r>
              <a:rPr sz="1300">
                <a:solidFill>
                  <a:srgbClr val="FFFFFF"/>
                </a:solidFill>
              </a:rPr>
              <a:t>▸  pydantic-settings  — .env configuration</a:t>
            </a:r>
          </a:p>
          <a:p>
            <a:r>
              <a:rPr sz="1300">
                <a:solidFill>
                  <a:srgbClr val="FFFFFF"/>
                </a:solidFill>
              </a:rPr>
              <a:t>▸  google-genai       — Gemini API client</a:t>
            </a:r>
          </a:p>
          <a:p>
            <a:r>
              <a:rPr sz="1300">
                <a:solidFill>
                  <a:srgbClr val="FFFFFF"/>
                </a:solidFill>
              </a:rPr>
              <a:t>▸  huggingface-hub    — HF InferenceClient</a:t>
            </a:r>
          </a:p>
          <a:p>
            <a:r>
              <a:rPr sz="1300">
                <a:solidFill>
                  <a:srgbClr val="FFFFFF"/>
                </a:solidFill>
              </a:rPr>
              <a:t>▸  FPDF2              — PDF generation</a:t>
            </a:r>
          </a:p>
          <a:p>
            <a:r>
              <a:rPr sz="1300">
                <a:solidFill>
                  <a:srgbClr val="FFFFFF"/>
                </a:solidFill>
              </a:rPr>
              <a:t>▸  Pillow             — fallback image creation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Frontend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HTML / CSS / JS    — form, preview, loading state</a:t>
            </a:r>
          </a:p>
          <a:p>
            <a:r>
              <a:rPr sz="1300">
                <a:solidFill>
                  <a:srgbClr val="FFFFFF"/>
                </a:solidFill>
              </a:rPr>
              <a:t>▸  python-dotenv      — .env loading</a:t>
            </a:r>
          </a:p>
          <a:p>
            <a:r>
              <a:rPr sz="1300">
                <a:solidFill>
                  <a:srgbClr val="FFFFFF"/>
                </a:solidFill>
              </a:rPr>
              <a:t>▸  python-multipart   — HTML form parsing</a:t>
            </a:r>
          </a:p>
          <a:p>
            <a:r>
              <a:rPr sz="1300">
                <a:solidFill>
                  <a:srgbClr val="FFFFFF"/>
                </a:solidFill>
              </a:rPr>
              <a:t>▸  pytest             — test framework</a:t>
            </a:r>
          </a:p>
          <a:p>
            <a:r>
              <a:rPr sz="1300">
                <a:solidFill>
                  <a:srgbClr val="FFFFFF"/>
                </a:solidFill>
              </a:rPr>
              <a:t>▸  httpx              — HTTP client</a:t>
            </a:r>
          </a:p>
          <a:p>
            <a:r>
              <a:rPr sz="700"/>
              <a:t/>
            </a:r>
          </a:p>
          <a:p>
            <a:r>
              <a:rPr sz="1300" b="1">
                <a:solidFill>
                  <a:srgbClr val="E94F37"/>
                </a:solidFill>
              </a:rPr>
              <a:t>Key versions</a:t>
            </a:r>
          </a:p>
          <a:p>
            <a:r>
              <a:rPr sz="1300">
                <a:solidFill>
                  <a:srgbClr val="FFFFFF"/>
                </a:solidFill>
              </a:rPr>
              <a:t>▸  FastAPI  ≥ 0.115</a:t>
            </a:r>
          </a:p>
          <a:p>
            <a:r>
              <a:rPr sz="1300">
                <a:solidFill>
                  <a:srgbClr val="FFFFFF"/>
                </a:solidFill>
              </a:rPr>
              <a:t>▸  Pydantic ≥ 2.8</a:t>
            </a:r>
          </a:p>
          <a:p>
            <a:r>
              <a:rPr sz="1300">
                <a:solidFill>
                  <a:srgbClr val="FFFFFF"/>
                </a:solidFill>
              </a:rPr>
              <a:t>▸  google-genai ≥ 1.30</a:t>
            </a:r>
          </a:p>
          <a:p>
            <a:r>
              <a:rPr sz="1300">
                <a:solidFill>
                  <a:srgbClr val="FFFFFF"/>
                </a:solidFill>
              </a:rPr>
              <a:t>▸  FPDF2    ≥ 2.8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Module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config.py       — settings, .env, output dirs</a:t>
            </a:r>
          </a:p>
          <a:p>
            <a:r>
              <a:rPr sz="1300">
                <a:solidFill>
                  <a:srgbClr val="FFFFFF"/>
                </a:solidFill>
              </a:rPr>
              <a:t>▸  models.py       — all Pydantic data schemas</a:t>
            </a:r>
          </a:p>
          <a:p>
            <a:r>
              <a:rPr sz="1300">
                <a:solidFill>
                  <a:srgbClr val="FFFFFF"/>
                </a:solidFill>
              </a:rPr>
              <a:t>▸  routes.py       — all HTTP endpoints</a:t>
            </a:r>
          </a:p>
          <a:p>
            <a:r>
              <a:rPr sz="1300">
                <a:solidFill>
                  <a:srgbClr val="FFFFFF"/>
                </a:solidFill>
              </a:rPr>
              <a:t>▸  gemini_client.py — Gemini API, fallback chain</a:t>
            </a:r>
          </a:p>
          <a:p>
            <a:r>
              <a:rPr sz="1300">
                <a:solidFill>
                  <a:srgbClr val="FFFFFF"/>
                </a:solidFill>
              </a:rPr>
              <a:t>▸  gemini_flash.py — outline generation</a:t>
            </a:r>
          </a:p>
          <a:p>
            <a:r>
              <a:rPr sz="1300">
                <a:solidFill>
                  <a:srgbClr val="FFFFFF"/>
                </a:solidFill>
              </a:rPr>
              <a:t>▸  gemini_pro.py   — script expansion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Pipeline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image_generator.py — HF inference + fallback</a:t>
            </a:r>
          </a:p>
          <a:p>
            <a:r>
              <a:rPr sz="1300">
                <a:solidFill>
                  <a:srgbClr val="FFFFFF"/>
                </a:solidFill>
              </a:rPr>
              <a:t>▸  layout_builder.py  — 5-panel validation + assembly</a:t>
            </a:r>
          </a:p>
          <a:p>
            <a:r>
              <a:rPr sz="1300">
                <a:solidFill>
                  <a:srgbClr val="FFFFFF"/>
                </a:solidFill>
              </a:rPr>
              <a:t>▸  exporters.py       — FPDF2 PDF + path resolution</a:t>
            </a:r>
          </a:p>
          <a:p>
            <a:r>
              <a:rPr sz="1300">
                <a:solidFill>
                  <a:srgbClr val="FFFFFF"/>
                </a:solidFill>
              </a:rPr>
              <a:t>▸  main.py            — app factory, static mount</a:t>
            </a:r>
          </a:p>
          <a:p>
            <a:r>
              <a:rPr sz="700"/>
              <a:t/>
            </a:r>
          </a:p>
          <a:p>
            <a:r>
              <a:rPr sz="1300" b="1">
                <a:solidFill>
                  <a:srgbClr val="E94F37"/>
                </a:solidFill>
              </a:rPr>
              <a:t>Data flow</a:t>
            </a:r>
          </a:p>
          <a:p>
            <a:r>
              <a:rPr sz="1300">
                <a:solidFill>
                  <a:srgbClr val="FFFFFF"/>
                </a:solidFill>
              </a:rPr>
              <a:t>▸  models.py schemas connect all modules</a:t>
            </a:r>
          </a:p>
          <a:p>
            <a:r>
              <a:rPr sz="1300">
                <a:solidFill>
                  <a:srgbClr val="FFFFFF"/>
                </a:solidFill>
              </a:rPr>
              <a:t>▸  config.py settings used by every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AI Workflow — Two-Stage Gemini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Gemini structured JSON output mode — no text parsing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 b="1">
                <a:solidFill>
                  <a:srgbClr val="E94F37"/>
                </a:solidFill>
              </a:rPr>
              <a:t>Stage 1 — Outline  (gemini_flash.py)</a:t>
            </a:r>
          </a:p>
          <a:p>
            <a:r>
              <a:rPr sz="1400">
                <a:solidFill>
                  <a:srgbClr val="FFFFFF"/>
                </a:solidFill>
              </a:rPr>
              <a:t>▸  Input: story_prompt, character_name, setting, tone, art_style</a:t>
            </a:r>
          </a:p>
          <a:p>
            <a:r>
              <a:rPr sz="1400">
                <a:solidFill>
                  <a:srgbClr val="FFFFFF"/>
                </a:solidFill>
              </a:rPr>
              <a:t>▸  Output: ComicOutline — 5 × PanelOutline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Each panel: panel_number, title, scene_description, image_prompt</a:t>
            </a:r>
          </a:p>
          <a:p>
            <a:r>
              <a:rPr sz="1400">
                <a:solidFill>
                  <a:srgbClr val="FFFFFF"/>
                </a:solidFill>
              </a:rPr>
              <a:t>▸  Validation: RuntimeError if panel count ≠ 5</a:t>
            </a:r>
          </a:p>
          <a:p>
            <a:r>
              <a:rPr sz="800"/>
              <a:t/>
            </a:r>
          </a:p>
          <a:p>
            <a:pPr>
              <a:spcBef>
                <a:spcPts val="1000"/>
              </a:spcBef>
            </a:pPr>
            <a:r>
              <a:rPr sz="1500" b="1">
                <a:solidFill>
                  <a:srgbClr val="E94F37"/>
                </a:solidFill>
              </a:rPr>
              <a:t>Stage 2 — Script Expansion  (gemini_pro.py)</a:t>
            </a:r>
          </a:p>
          <a:p>
            <a:r>
              <a:rPr sz="1400">
                <a:solidFill>
                  <a:srgbClr val="FFFFFF"/>
                </a:solidFill>
              </a:rPr>
              <a:t>▸  Input: ComicOutline JSON + character_name + tone</a:t>
            </a:r>
          </a:p>
          <a:p>
            <a:r>
              <a:rPr sz="1400">
                <a:solidFill>
                  <a:srgbClr val="FFFFFF"/>
                </a:solidFill>
              </a:rPr>
              <a:t>▸  Output: ComicStory — 5 × PanelStory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Adds: caption, narration, dialogue to each panel</a:t>
            </a:r>
          </a:p>
          <a:p>
            <a:r>
              <a:rPr sz="1400">
                <a:solidFill>
                  <a:srgbClr val="FFFFFF"/>
                </a:solidFill>
              </a:rPr>
              <a:t>▸  Validation: RuntimeError if panel count ≠ 5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Both stages use: response_mime_type='application/json'  +  response_schema=&lt;PydanticModel&gt;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Backend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HTTP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GET  /               Home page — story form</a:t>
            </a:r>
          </a:p>
          <a:p>
            <a:r>
              <a:rPr sz="1300">
                <a:solidFill>
                  <a:srgbClr val="FFFFFF"/>
                </a:solidFill>
              </a:rPr>
              <a:t>▸  POST /generate       Form → comic_preview.html</a:t>
            </a:r>
          </a:p>
          <a:p>
            <a:r>
              <a:rPr sz="1300">
                <a:solidFill>
                  <a:srgbClr val="FFFFFF"/>
                </a:solidFill>
              </a:rPr>
              <a:t>▸  POST /generate-comic/json  JSON API</a:t>
            </a:r>
          </a:p>
          <a:p>
            <a:r>
              <a:rPr sz="1300">
                <a:solidFill>
                  <a:srgbClr val="FFFFFF"/>
                </a:solidFill>
              </a:rPr>
              <a:t>▸  GET  /download/{fn}  PDF download (secure)</a:t>
            </a:r>
          </a:p>
          <a:p>
            <a:r>
              <a:rPr sz="1300">
                <a:solidFill>
                  <a:srgbClr val="FFFFFF"/>
                </a:solidFill>
              </a:rPr>
              <a:t>▸  GET  /test-image     HF image test</a:t>
            </a:r>
          </a:p>
          <a:p>
            <a:r>
              <a:rPr sz="1300">
                <a:solidFill>
                  <a:srgbClr val="FFFFFF"/>
                </a:solidFill>
              </a:rPr>
              <a:t>▸  GET  /health         Liveness check</a:t>
            </a:r>
          </a:p>
          <a:p>
            <a:r>
              <a:rPr sz="1300">
                <a:solidFill>
                  <a:srgbClr val="FFFFFF"/>
                </a:solidFill>
              </a:rPr>
              <a:t>▸  GET  /docs           Swagger UI (auto-generated)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Input Validation (Pydantic)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story_prompt    3–2000 characters</a:t>
            </a:r>
          </a:p>
          <a:p>
            <a:r>
              <a:rPr sz="1300">
                <a:solidFill>
                  <a:srgbClr val="FFFFFF"/>
                </a:solidFill>
              </a:rPr>
              <a:t>▸  character_name  1–80 characters</a:t>
            </a:r>
          </a:p>
          <a:p>
            <a:r>
              <a:rPr sz="1300">
                <a:solidFill>
                  <a:srgbClr val="FFFFFF"/>
                </a:solidFill>
              </a:rPr>
              <a:t>▸  setting         1–120 characters</a:t>
            </a:r>
          </a:p>
          <a:p>
            <a:r>
              <a:rPr sz="1300">
                <a:solidFill>
                  <a:srgbClr val="FFFFFF"/>
                </a:solidFill>
              </a:rPr>
              <a:t>▸  tone            1–60 characters</a:t>
            </a:r>
          </a:p>
          <a:p>
            <a:r>
              <a:rPr sz="1300">
                <a:solidFill>
                  <a:srgbClr val="FFFFFF"/>
                </a:solidFill>
              </a:rPr>
              <a:t>▸  art_style       1–80 characters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Validation errors → index.html with message</a:t>
            </a:r>
          </a:p>
          <a:p>
            <a:r>
              <a:rPr sz="1300">
                <a:solidFill>
                  <a:srgbClr val="FFFFFF"/>
                </a:solidFill>
              </a:rPr>
              <a:t>▸  Pipeline errors   → index.html with message</a:t>
            </a:r>
          </a:p>
          <a:p>
            <a:r>
              <a:rPr sz="1300">
                <a:solidFill>
                  <a:srgbClr val="FFFFFF"/>
                </a:solidFill>
              </a:rPr>
              <a:t>▸  JSON API errors   → HTTPException(500)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Frontend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Three Jinja2 HTML templates — all rendering is server-side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index.html: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Story input form with 5 fields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Client-side validation (empty field detection)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Loading spinner activated on submit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Inline error messages if generation fails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comic_preview.html: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Renders all 5 ComicPanel objects in a card layout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Each card: title → image → caption → narration → dialogue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Download PDF button → /download/&lt;filename&gt;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Styling (static/css/style.css):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Dark comic aesthetic; animated loading states; responsive layout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No JavaScript framework — plain HTML, CSS, vanilla JS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Gemini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gemini_client.py — structured output with automatic model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Client created with GEMINI_API_KEY; raises RuntimeError if key is absent</a:t>
            </a:r>
          </a:p>
          <a:p>
            <a:r>
              <a:rPr sz="1400">
                <a:solidFill>
                  <a:srgbClr val="FFFFFF"/>
                </a:solidFill>
              </a:rPr>
              <a:t>▸  generate_structured() calls client.models.generate_content() with: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response_mime_type = 'application/json'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response_schema    = &lt;Pydantic model class&gt;</a:t>
            </a:r>
          </a:p>
          <a:p>
            <a:r>
              <a:rPr sz="1400">
                <a:solidFill>
                  <a:srgbClr val="FFFFFF"/>
                </a:solidFill>
              </a:rPr>
              <a:t>▸  Response parsed via response.parsed or schema.model_validate_json(text)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Fallback chain (tried in order if primary model fails):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gemini-flash-lite-latest  →  gemini-3.8-flash  →  gemini-3.5-flash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→  gemini-3.1-flash-lite  →  gemini-flash-latest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Error classification: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404 / NOT_FOUND           → try next model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429 / RESOURCE_EXHAUSTED  → try next model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503 / UNAVAILABLE         → try next model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401 / 403 / INVALID KEY   → raise immediately (fallback won't help)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Hugging Face Image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image_generator.py — two-tier fallback ensures pipeline always completes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InferenceClient.text_to_image() called once per panel (5 calls total)</a:t>
            </a:r>
          </a:p>
          <a:p>
            <a:r>
              <a:rPr sz="1400">
                <a:solidFill>
                  <a:srgbClr val="FFFFFF"/>
                </a:solidFill>
              </a:rPr>
              <a:t>▸  Image dimensions: 768 × 1024 px  |  Inference steps: 28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Primary model: stabilityai/stable-diffusion-3-medium-diffusers</a:t>
            </a:r>
          </a:p>
          <a:p>
            <a:r>
              <a:rPr sz="1400">
                <a:solidFill>
                  <a:srgbClr val="FFFFFF"/>
                </a:solidFill>
              </a:rPr>
              <a:t>▸  Fallbacks: black-forest-labs/FLUX.1-schnell  →  ByteDance/SDXL-Lightning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Tier 1 fallback: HF_TOKEN absent or placeholder → skip HF entirely</a:t>
            </a:r>
          </a:p>
          <a:p>
            <a:r>
              <a:rPr sz="1400">
                <a:solidFill>
                  <a:srgbClr val="FFFFFF"/>
                </a:solidFill>
              </a:rPr>
              <a:t>▸  Tier 2 fallback: any HF model failure → try next model in list</a:t>
            </a:r>
          </a:p>
          <a:p>
            <a:r>
              <a:rPr sz="1400">
                <a:solidFill>
                  <a:srgbClr val="FFFFFF"/>
                </a:solidFill>
              </a:rPr>
              <a:t>▸  Final fallback:  all HF models fail → Pillow placeholder image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Pillow placeholder maintains comic aesthetic: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Dark background, double comic frame, red PANEL N badge,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prompt summary text, note explaining why placeholder was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Layout Builder &amp; PDF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layout_builder.py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Validates: len(story.panels) == 5</a:t>
            </a:r>
          </a:p>
          <a:p>
            <a:r>
              <a:rPr sz="1300">
                <a:solidFill>
                  <a:srgbClr val="FFFFFF"/>
                </a:solidFill>
              </a:rPr>
              <a:t>▸  Validates: len(image_paths) == 5</a:t>
            </a:r>
          </a:p>
          <a:p>
            <a:r>
              <a:rPr sz="1300">
                <a:solidFill>
                  <a:srgbClr val="FFFFFF"/>
                </a:solidFill>
              </a:rPr>
              <a:t>▸  Validates: panels count == image count</a:t>
            </a:r>
          </a:p>
          <a:p>
            <a:r>
              <a:rPr sz="1300">
                <a:solidFill>
                  <a:srgbClr val="FFFFFF"/>
                </a:solidFill>
              </a:rPr>
              <a:t>▸  Assembles List[ComicPanel] by zipping</a:t>
            </a:r>
          </a:p>
          <a:p>
            <a:r>
              <a:rPr sz="1300">
                <a:solidFill>
                  <a:srgbClr val="FFFFFF"/>
                </a:solidFill>
              </a:rPr>
              <a:t>▸  story panels with image paths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Raises ValueError with clear message</a:t>
            </a:r>
          </a:p>
          <a:p>
            <a:r>
              <a:rPr sz="1300">
                <a:solidFill>
                  <a:srgbClr val="FFFFFF"/>
                </a:solidFill>
              </a:rPr>
              <a:t>▸  if any validation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exporters.py (FPDF2)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A4 portrait, one page per panel</a:t>
            </a:r>
          </a:p>
          <a:p>
            <a:r>
              <a:rPr sz="1300">
                <a:solidFill>
                  <a:srgbClr val="FFFFFF"/>
                </a:solidFill>
              </a:rPr>
              <a:t>▸  Panel title  — Helvetica Bold 18pt</a:t>
            </a:r>
          </a:p>
          <a:p>
            <a:r>
              <a:rPr sz="1300">
                <a:solidFill>
                  <a:srgbClr val="FFFFFF"/>
                </a:solidFill>
              </a:rPr>
              <a:t>▸  Panel image  — 160mm wide, centred</a:t>
            </a:r>
          </a:p>
          <a:p>
            <a:r>
              <a:rPr sz="1300">
                <a:solidFill>
                  <a:srgbClr val="FFFFFF"/>
                </a:solidFill>
              </a:rPr>
              <a:t>▸  Scene desc.  — Helvetica Italic 10pt</a:t>
            </a:r>
          </a:p>
          <a:p>
            <a:r>
              <a:rPr sz="1300">
                <a:solidFill>
                  <a:srgbClr val="FFFFFF"/>
                </a:solidFill>
              </a:rPr>
              <a:t>▸  Caption      — label + body text</a:t>
            </a:r>
          </a:p>
          <a:p>
            <a:r>
              <a:rPr sz="1300">
                <a:solidFill>
                  <a:srgbClr val="FFFFFF"/>
                </a:solidFill>
              </a:rPr>
              <a:t>▸  Narration    — label + body text</a:t>
            </a:r>
          </a:p>
          <a:p>
            <a:r>
              <a:rPr sz="1300">
                <a:solidFill>
                  <a:srgbClr val="FFFFFF"/>
                </a:solidFill>
              </a:rPr>
              <a:t>▸  Dialogue     — label + body (if non-empty)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Path resolver handles Win/Unix differences</a:t>
            </a:r>
          </a:p>
          <a:p>
            <a:r>
              <a:rPr sz="1300">
                <a:solidFill>
                  <a:srgbClr val="FFFFFF"/>
                </a:solidFill>
              </a:rPr>
              <a:t>▸  Emergency fallback image if file missing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Error Handling &amp; Fallback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Gemini API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404 NOT_FOUND      → try next model</a:t>
            </a:r>
          </a:p>
          <a:p>
            <a:r>
              <a:rPr sz="1300">
                <a:solidFill>
                  <a:srgbClr val="FFFFFF"/>
                </a:solidFill>
              </a:rPr>
              <a:t>▸  429 QUOTA EXCEEDED → try next model</a:t>
            </a:r>
          </a:p>
          <a:p>
            <a:r>
              <a:rPr sz="1300">
                <a:solidFill>
                  <a:srgbClr val="FFFFFF"/>
                </a:solidFill>
              </a:rPr>
              <a:t>▸  503 UNAVAILABLE    → try next model</a:t>
            </a:r>
          </a:p>
          <a:p>
            <a:r>
              <a:rPr sz="1300">
                <a:solidFill>
                  <a:srgbClr val="FFFFFF"/>
                </a:solidFill>
              </a:rPr>
              <a:t>▸  401/403 INVALID KEY → raise immediately</a:t>
            </a:r>
          </a:p>
          <a:p>
            <a:r>
              <a:rPr sz="1300">
                <a:solidFill>
                  <a:srgbClr val="FFFFFF"/>
                </a:solidFill>
              </a:rPr>
              <a:t>▸  All models fail    → RuntimeError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Security:</a:t>
            </a:r>
          </a:p>
          <a:p>
            <a:r>
              <a:rPr sz="1300">
                <a:solidFill>
                  <a:srgbClr val="FFFFFF"/>
                </a:solidFill>
              </a:rPr>
              <a:t>▸  API keys validated before first call</a:t>
            </a:r>
          </a:p>
          <a:p>
            <a:r>
              <a:rPr sz="1300">
                <a:solidFill>
                  <a:srgbClr val="FFFFFF"/>
                </a:solidFill>
              </a:rPr>
              <a:t>▸  Placeholder key rejected with clear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Image &amp; Request Errors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HF_TOKEN missing   → Pillow placeholder</a:t>
            </a:r>
          </a:p>
          <a:p>
            <a:r>
              <a:rPr sz="1300">
                <a:solidFill>
                  <a:srgbClr val="FFFFFF"/>
                </a:solidFill>
              </a:rPr>
              <a:t>▸  HF model fails     → try next HF model</a:t>
            </a:r>
          </a:p>
          <a:p>
            <a:r>
              <a:rPr sz="1300">
                <a:solidFill>
                  <a:srgbClr val="FFFFFF"/>
                </a:solidFill>
              </a:rPr>
              <a:t>▸  All HF models fail → Pillow placeholder</a:t>
            </a:r>
          </a:p>
          <a:p>
            <a:r>
              <a:rPr sz="1300">
                <a:solidFill>
                  <a:srgbClr val="FFFFFF"/>
                </a:solidFill>
              </a:rPr>
              <a:t>▸  Image missing at PDF time → grey image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Request validation:</a:t>
            </a:r>
          </a:p>
          <a:p>
            <a:r>
              <a:rPr sz="1300">
                <a:solidFill>
                  <a:srgbClr val="FFFFFF"/>
                </a:solidFill>
              </a:rPr>
              <a:t>▸  Pydantic validates before any API call</a:t>
            </a:r>
          </a:p>
          <a:p>
            <a:r>
              <a:rPr sz="1300">
                <a:solidFill>
                  <a:srgbClr val="FFFFFF"/>
                </a:solidFill>
              </a:rPr>
              <a:t>▸  Errors → index.html with message</a:t>
            </a:r>
          </a:p>
          <a:p>
            <a:r>
              <a:rPr sz="700"/>
              <a:t/>
            </a:r>
          </a:p>
          <a:p>
            <a:r>
              <a:rPr sz="1300">
                <a:solidFill>
                  <a:srgbClr val="FFFFFF"/>
                </a:solidFill>
              </a:rPr>
              <a:t>▸  Download security:</a:t>
            </a:r>
          </a:p>
          <a:p>
            <a:r>
              <a:rPr sz="1300">
                <a:solidFill>
                  <a:srgbClr val="FFFFFF"/>
                </a:solidFill>
              </a:rPr>
              <a:t>▸  Path traversal attempt → HTTP 400</a:t>
            </a:r>
          </a:p>
          <a:p>
            <a:r>
              <a:rPr sz="1300">
                <a:solidFill>
                  <a:srgbClr val="FFFFFF"/>
                </a:solidFill>
              </a:rPr>
              <a:t>▸  File not found → HTTP 404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2412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</a:rPr>
              <a:t>4 automated tests — all pass offline without API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test_layout_builder_validates_five_panels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5 panels + 5 images → correct List[ComicPanel] with matching numbers and paths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test_layout_builder_rejects_non_five_panels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4 panels → ValueError: 'Comic must contain exactly 5 panels'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test_layout_builder_rejects_mismatched_images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5 panels + 4 images → ValueError: 'Comic requires exactly 5 images'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test_pdf_export_and_path_resolution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Generates 5 placeholder images → builds layout → saves PDF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Asserts: file exists on disk; file size &gt; 1000 bytes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Result:  4 passed in 0.64s   (pytest -v)</a:t>
            </a:r>
          </a:p>
          <a:p>
            <a:r>
              <a:rPr sz="1400">
                <a:solidFill>
                  <a:srgbClr val="FFFFFF"/>
                </a:solidFill>
              </a:rPr>
              <a:t>▸  Coverage: layout builder, image fallback, PDF generation, path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Google Gemini story outline generation         — Implemented and working</a:t>
            </a:r>
          </a:p>
          <a:p>
            <a:r>
              <a:rPr sz="1400">
                <a:solidFill>
                  <a:srgbClr val="FFFFFF"/>
                </a:solidFill>
              </a:rPr>
              <a:t>▸  Gemini script expansion (caption/narration)    — Implemented and working</a:t>
            </a:r>
          </a:p>
          <a:p>
            <a:r>
              <a:rPr sz="1400">
                <a:solidFill>
                  <a:srgbClr val="FFFFFF"/>
                </a:solidFill>
              </a:rPr>
              <a:t>▸  Hugging Face text-to-image generation          — Working (requires HF_TOKEN)</a:t>
            </a:r>
          </a:p>
          <a:p>
            <a:r>
              <a:rPr sz="1400">
                <a:solidFill>
                  <a:srgbClr val="FFFFFF"/>
                </a:solidFill>
              </a:rPr>
              <a:t>▸  Fallback placeholder image generation          — Always available (no token needed)</a:t>
            </a:r>
          </a:p>
          <a:p>
            <a:r>
              <a:rPr sz="1400">
                <a:solidFill>
                  <a:srgbClr val="FFFFFF"/>
                </a:solidFill>
              </a:rPr>
              <a:t>▸  Strict 5-panel + 5-image validation            — Enforced at 4 pipeline stages</a:t>
            </a:r>
          </a:p>
          <a:p>
            <a:r>
              <a:rPr sz="1400">
                <a:solidFill>
                  <a:srgbClr val="FFFFFF"/>
                </a:solidFill>
              </a:rPr>
              <a:t>▸  HTML comic preview                             — Implemented and working</a:t>
            </a:r>
          </a:p>
          <a:p>
            <a:r>
              <a:rPr sz="1400">
                <a:solidFill>
                  <a:srgbClr val="FFFFFF"/>
                </a:solidFill>
              </a:rPr>
              <a:t>▸  A4 PDF export with per-panel images and text   — Implemented and working</a:t>
            </a:r>
          </a:p>
          <a:p>
            <a:r>
              <a:rPr sz="1400">
                <a:solidFill>
                  <a:srgbClr val="FFFFFF"/>
                </a:solidFill>
              </a:rPr>
              <a:t>▸  Swagger UI auto-documentation at /docs         — Available</a:t>
            </a:r>
          </a:p>
          <a:p>
            <a:r>
              <a:rPr sz="1400">
                <a:solidFill>
                  <a:srgbClr val="FFFFFF"/>
                </a:solidFill>
              </a:rPr>
              <a:t>▸  JSON REST API endpoint                         — POST /generate-comic/json</a:t>
            </a:r>
          </a:p>
          <a:p>
            <a:r>
              <a:rPr sz="1400">
                <a:solidFill>
                  <a:srgbClr val="FFFFFF"/>
                </a:solidFill>
              </a:rPr>
              <a:t>▸  Path traversal protection on downloads         — Implemented</a:t>
            </a:r>
          </a:p>
          <a:p>
            <a:r>
              <a:rPr sz="1400">
                <a:solidFill>
                  <a:srgbClr val="FFFFFF"/>
                </a:solidFill>
              </a:rPr>
              <a:t>▸  Automated test suite                           — 4 / 4 tests passing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Fixed 5-panel output only</a:t>
            </a:r>
          </a:p>
          <a:p>
            <a:r>
              <a:rPr sz="1300">
                <a:solidFill>
                  <a:srgbClr val="FFFFFF"/>
                </a:solidFill>
              </a:rPr>
              <a:t>▸  HF free tier: strict rate limits (30–90s)</a:t>
            </a:r>
          </a:p>
          <a:p>
            <a:r>
              <a:rPr sz="1300">
                <a:solidFill>
                  <a:srgbClr val="FFFFFF"/>
                </a:solidFill>
              </a:rPr>
              <a:t>▸  PDF font encoding: latin-1 only</a:t>
            </a:r>
          </a:p>
          <a:p>
            <a:r>
              <a:rPr sz="1300">
                <a:solidFill>
                  <a:srgbClr val="FFFFFF"/>
                </a:solidFill>
              </a:rPr>
              <a:t>▸  No session or user history</a:t>
            </a:r>
          </a:p>
          <a:p>
            <a:r>
              <a:rPr sz="1300">
                <a:solidFill>
                  <a:srgbClr val="FFFFFF"/>
                </a:solidFill>
              </a:rPr>
              <a:t>▸  No content moderation layer</a:t>
            </a:r>
          </a:p>
          <a:p>
            <a:r>
              <a:rPr sz="1300">
                <a:solidFill>
                  <a:srgbClr val="FFFFFF"/>
                </a:solidFill>
              </a:rPr>
              <a:t>▸  HTTP request blocks during generation</a:t>
            </a:r>
          </a:p>
          <a:p>
            <a:r>
              <a:rPr sz="1300">
                <a:solidFill>
                  <a:srgbClr val="FFFFFF"/>
                </a:solidFill>
              </a:rPr>
              <a:t>▸  Relies on Gemini structured JSON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515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</a:rPr>
              <a:t>Future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90472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FFFFFF"/>
                </a:solidFill>
              </a:rPr>
              <a:t>▸  Variable panel count (3, 4, 5, 6)</a:t>
            </a:r>
          </a:p>
          <a:p>
            <a:r>
              <a:rPr sz="1300">
                <a:solidFill>
                  <a:srgbClr val="FFFFFF"/>
                </a:solidFill>
              </a:rPr>
              <a:t>▸  Local Stable Diffusion via diffusers</a:t>
            </a:r>
          </a:p>
          <a:p>
            <a:r>
              <a:rPr sz="1300">
                <a:solidFill>
                  <a:srgbClr val="FFFFFF"/>
                </a:solidFill>
              </a:rPr>
              <a:t>▸  Panel-level regeneration</a:t>
            </a:r>
          </a:p>
          <a:p>
            <a:r>
              <a:rPr sz="1300">
                <a:solidFill>
                  <a:srgbClr val="FFFFFF"/>
                </a:solidFill>
              </a:rPr>
              <a:t>▸  Art style presets (Manga, Noir, Retro)</a:t>
            </a:r>
          </a:p>
          <a:p>
            <a:r>
              <a:rPr sz="1300">
                <a:solidFill>
                  <a:srgbClr val="FFFFFF"/>
                </a:solidFill>
              </a:rPr>
              <a:t>▸  Speech bubble overlay on images</a:t>
            </a:r>
          </a:p>
          <a:p>
            <a:r>
              <a:rPr sz="1300">
                <a:solidFill>
                  <a:srgbClr val="FFFFFF"/>
                </a:solidFill>
              </a:rPr>
              <a:t>▸  Background task queue (async generation)</a:t>
            </a:r>
          </a:p>
          <a:p>
            <a:r>
              <a:rPr sz="1300">
                <a:solidFill>
                  <a:srgbClr val="FFFFFF"/>
                </a:solidFill>
              </a:rPr>
              <a:t>▸  Session history and comic gallery</a:t>
            </a:r>
          </a:p>
          <a:p>
            <a:r>
              <a:rPr sz="1300">
                <a:solidFill>
                  <a:srgbClr val="FFFFFF"/>
                </a:solidFill>
              </a:rPr>
              <a:t>▸  Social sharing via unique URL</a:t>
            </a:r>
          </a:p>
          <a:p>
            <a:r>
              <a:rPr sz="1300">
                <a:solidFill>
                  <a:srgbClr val="FFFFFF"/>
                </a:solidFill>
              </a:rPr>
              <a:t>▸  Grid and booklet PDF layouts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11457432" cy="4572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FFFFF"/>
                </a:solidFill>
              </a:rPr>
              <a:t>▸  ComicCraft demonstrates a complete, production-oriented Generative AI pipeline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Key contributions: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Google Gemini structured JSON output + Pydantic validation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→ Reliable, type-safe AI responses without text parsing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Hugging Face hosted inference + multi-tier fallback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→ Pipeline always completes regardless of API availability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FastAPI + auto-generated Swagger UI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→ Documented API with minimal boilerplate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FPDF2 + Pillow server-side media generation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→ No external services required for PDF or image fallback</a:t>
            </a:r>
          </a:p>
          <a:p>
            <a:r>
              <a:rPr sz="800"/>
              <a:t/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F5A623"/>
                </a:solidFill>
              </a:rPr>
              <a:t>Principles demonstrated: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Structured AI output  ·  Graceful degradation</a:t>
            </a:r>
          </a:p>
          <a:p>
            <a:pPr lvl="1"/>
            <a:r>
              <a:rPr sz="1300">
                <a:solidFill>
                  <a:srgbClr val="D4D4D4"/>
                </a:solidFill>
              </a:rPr>
              <a:t>  • Pipeline validation   ·  Security-first file handling</a:t>
            </a:r>
          </a:p>
          <a:p>
            <a:r>
              <a:rPr sz="800"/>
              <a:t/>
            </a:r>
          </a:p>
          <a:p>
            <a:r>
              <a:rPr sz="1400">
                <a:solidFill>
                  <a:srgbClr val="FFFFFF"/>
                </a:solidFill>
              </a:rPr>
              <a:t>▸  These principles apply directly to production Generative AI 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